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I'll present our UPDATED findings on brain connectivity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Methods slide - explain recruitment criteria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finding: DMN connectivity is altered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limitations - reviewers will 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Neuroimaging Study of Brain Connectivity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Dr. Smith, Department of Neuroscience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Participants: 75 healthy adults (38M/37F)</a:t>
            </a:r>
          </a:p>
          <a:p>
            <a:r>
              <a:t>MRI Protocol: 3T Siemens Prisma scanner</a:t>
            </a:r>
          </a:p>
          <a:p>
            <a:r>
              <a:t>Analysis: FSL, FreeSurfer, and CONN toolbox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Significant connectivity differences in DMN (p&lt;0.01)</a:t>
            </a:r>
          </a:p>
          <a:p>
            <a:r>
              <a:t>Correlation with cognitive scores: r=0.45</a:t>
            </a:r>
          </a:p>
          <a:p>
            <a:r>
              <a:t>No significant age effects observed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Cross-sectional design limits causal inference</a:t>
            </a:r>
          </a:p>
          <a:p>
            <a:r>
              <a:t>Sample size may be insufficient for subgroup analyses</a:t>
            </a:r>
          </a:p>
          <a:p>
            <a:r>
              <a:t>Single-site study limits generalizability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Study - Revised</dc:title>
  <dc:subject/>
  <dc:creator>Dr. Smith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