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I'll present our findings on brain connectivity.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Methods slide - explain recruitment criteria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finding: DMN connectivity is altered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limitations and future directions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Neuroimaging Study of Brain Connectivity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Dr. Smith, Department of Neuroscience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Participants: 50 healthy adults (25M/25F)</a:t>
            </a:r>
          </a:p>
          <a:p>
            <a:r>
              <a:t>MRI Protocol: 3T Siemens scanner</a:t>
            </a:r>
          </a:p>
          <a:p>
            <a:r>
              <a:t>Analysis: FSL and FreeSurfer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Significant connectivity differences in DMN (p&lt;0.01)</a:t>
            </a:r>
          </a:p>
          <a:p>
            <a:r>
              <a:t>Correlation with cognitive scores: r=0.45</a:t>
            </a:r>
          </a:p>
          <a:p>
            <a:r>
              <a:t>No significant age effects observed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Findings consistent with prior literature</a:t>
            </a:r>
          </a:p>
          <a:p>
            <a:r>
              <a:t>Novel contribution: whole-brain analysis approach</a:t>
            </a:r>
          </a:p>
          <a:p>
            <a:r>
              <a:t>Clinical implications for early diagnosis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Study</dc:title>
  <dc:subject/>
  <dc:creator>Dr. Smith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